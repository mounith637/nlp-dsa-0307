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57" r:id="rId5"/>
    <p:sldId id="258" r:id="rId6"/>
    <p:sldId id="259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A926C-6815-7630-8026-272E41253B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5CF4EF-96B9-93DF-14C0-43F6579E80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F8EF24-C1E5-28FC-0B55-97EFA5A8C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23F4D-176C-4A2C-A176-72C19BC9605E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081F3B-3678-8B58-5147-9F723380C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1753A9-3DA0-5E51-FF5B-4D90B93A2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D9930-7AA5-4D2A-93EF-5F9A1FBBD6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2632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4BE9F-19A9-2E11-C7A4-2615ED624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05789-2EC7-3F2D-711B-33CE6F6E6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FBD2D-C672-5DC0-2407-0CE09829E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23F4D-176C-4A2C-A176-72C19BC9605E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0526C-43C9-1F6D-D6DB-9D83097C7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F59159-5AEE-38EA-597B-3579FC65C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D9930-7AA5-4D2A-93EF-5F9A1FBBD6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603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305FC-B746-582F-D075-9B40F5902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A325E-762C-0443-734A-AA35EECAFA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864350-7362-2D58-4192-4DA255D5B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23F4D-176C-4A2C-A176-72C19BC9605E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AD32F3-313C-47A7-00A5-F715390C8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72263D-05CA-B4B7-BBF2-9B46E2D53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D9930-7AA5-4D2A-93EF-5F9A1FBBD6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3536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0A042-5757-B547-FA8B-64AA1C467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74986-DF1D-F295-16E9-FCD366E37E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F54687-1D8C-FC36-7E59-384A22FAB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A2B338-E0A2-3430-9DD0-6F13AAF92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23F4D-176C-4A2C-A176-72C19BC9605E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83275E-7EB7-FB73-1D74-0D77FF340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635266-584F-2C7F-607A-A3D3B075E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D9930-7AA5-4D2A-93EF-5F9A1FBBD6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7598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19E58-E4D6-F37C-08E8-40BF12AB0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C0CC28-4EDF-E19B-4297-4834EA5B7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E245E6-587E-AA4C-AD1E-3DFE6454C7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E528D0-2346-D994-302D-10F397141E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99B645-E9C3-C198-F4D1-3681026BB9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A4F606-74F3-5380-FA60-424AEFEEF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23F4D-176C-4A2C-A176-72C19BC9605E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00E7A1-465C-B751-EE81-AEA5576BA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1131A3-DB5F-3662-3E24-F56661811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D9930-7AA5-4D2A-93EF-5F9A1FBBD6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0809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2ACD5-57A1-86E5-E3A2-34FD38654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774E98-511F-5CA7-CEFD-85E409F74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23F4D-176C-4A2C-A176-72C19BC9605E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FF0184-0E41-472E-C30E-AD393DF75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80F24E-10BC-B726-4927-92D342237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D9930-7AA5-4D2A-93EF-5F9A1FBBD6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2647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DD6A9D-D703-7251-412F-74C2D0A79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23F4D-176C-4A2C-A176-72C19BC9605E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FAD6B8-F536-171E-E6DC-0D9F3B34D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21818C-FCC8-BFB9-9976-8E0811469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D9930-7AA5-4D2A-93EF-5F9A1FBBD6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755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65564-8B6D-8FA6-EBA6-A72FFA996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D602D-34E5-AE18-9DD7-85A77BA9D8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8598D8-8A96-573C-6EBB-24F4ACE67F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28AFA3-7298-539F-1EBB-6F6D037EE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23F4D-176C-4A2C-A176-72C19BC9605E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615814-1A30-4720-6485-0BB2282A6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9DF6A3-A647-4020-B901-FBCC04B24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D9930-7AA5-4D2A-93EF-5F9A1FBBD6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9187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8BF8E-B6D2-9EA2-B208-04E5796BB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0353B9-7871-0DBF-28EC-0124FD46C2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1156DA-0ED5-21A6-F3AE-BAED647558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2625A0-4A4E-4F69-CC52-67504538C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23F4D-176C-4A2C-A176-72C19BC9605E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6ED5CF-F422-2C3A-8BC0-87E1AF033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DFAF16-503F-102F-120D-565FDBEA9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D9930-7AA5-4D2A-93EF-5F9A1FBBD6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7630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23E51-9BCD-4E9E-8CF9-573990CBD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ED1856-0D08-E15B-91D9-9C4AB0ADCC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16AFF0-79F2-EEBF-B75C-92CF76BD5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23F4D-176C-4A2C-A176-72C19BC9605E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B45FE-1E87-357A-5AE9-BA6C3CFB4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218CF-B4A0-828E-E904-D79BB0E1B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D9930-7AA5-4D2A-93EF-5F9A1FBBD6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9835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7F27DF-AFD4-FCFF-26D5-C98AEFCF43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B51E86-FEA0-48B9-75EF-18E66590FF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093168-6E09-07C0-F73D-35FDA4A18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23F4D-176C-4A2C-A176-72C19BC9605E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94731-045B-35AB-999D-F08EEBA62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71448A-19FD-6CEF-59B8-98DACBD71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D9930-7AA5-4D2A-93EF-5F9A1FBBD6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1883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40B987-1CD3-7C29-7029-FDC9E93C7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A15D61-1840-7A19-5BEC-D466721A22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F15BF-3FCA-E2F3-DBF0-43F6A3F7FF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723F4D-176C-4A2C-A176-72C19BC9605E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6FFA3-E659-9703-118A-16E86EC4EB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30C41-0211-E2A6-095F-B5774B6D6B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3D9930-7AA5-4D2A-93EF-5F9A1FBBD6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4035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38793-974B-0873-352A-0DE0CDC9C1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7098" y="2274321"/>
            <a:ext cx="10982130" cy="1832932"/>
          </a:xfrm>
        </p:spPr>
        <p:txBody>
          <a:bodyPr>
            <a:no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DSA-0307</a:t>
            </a:r>
            <a:b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6931A6-95E7-8086-0235-D3D2BA5422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67069" y="4365318"/>
            <a:ext cx="9262188" cy="1007780"/>
          </a:xfrm>
        </p:spPr>
        <p:txBody>
          <a:bodyPr>
            <a:noAutofit/>
          </a:bodyPr>
          <a:lstStyle/>
          <a:p>
            <a:r>
              <a:rPr lang="en-US" sz="3200" dirty="0"/>
              <a:t> </a:t>
            </a:r>
            <a:r>
              <a:rPr lang="en-US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Building a Finite State Automaton for Token Recognition</a:t>
            </a:r>
            <a:endParaRPr lang="en-IN" sz="3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SSE-Computer Science and Engineering">
            <a:extLst>
              <a:ext uri="{FF2B5EF4-FFF2-40B4-BE49-F238E27FC236}">
                <a16:creationId xmlns:a16="http://schemas.microsoft.com/office/drawing/2014/main" id="{686C2120-8369-AB02-3981-7DA321C84D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816" y="263428"/>
            <a:ext cx="10363200" cy="1620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19D24E-93E7-41B7-A43E-ECFFA1FD141D}"/>
              </a:ext>
            </a:extLst>
          </p:cNvPr>
          <p:cNvSpPr txBox="1"/>
          <p:nvPr/>
        </p:nvSpPr>
        <p:spPr>
          <a:xfrm>
            <a:off x="484414" y="5763575"/>
            <a:ext cx="319311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Dr.K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ANBAZHAGAN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983B52-4EDA-A5B9-65B8-D649E94A7910}"/>
              </a:ext>
            </a:extLst>
          </p:cNvPr>
          <p:cNvSpPr txBox="1"/>
          <p:nvPr/>
        </p:nvSpPr>
        <p:spPr>
          <a:xfrm>
            <a:off x="9315593" y="5809643"/>
            <a:ext cx="261219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algn="ctr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K.Mounith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(192425090)</a:t>
            </a:r>
          </a:p>
        </p:txBody>
      </p:sp>
    </p:spTree>
    <p:extLst>
      <p:ext uri="{BB962C8B-B14F-4D97-AF65-F5344CB8AC3E}">
        <p14:creationId xmlns:p14="http://schemas.microsoft.com/office/powerpoint/2010/main" val="2195011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317C2-A512-3F62-EF67-34C93ECA8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i="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Finite State Automaton (FSA)</a:t>
            </a:r>
            <a:br>
              <a:rPr lang="en-IN" b="1" i="0" dirty="0">
                <a:solidFill>
                  <a:srgbClr val="0D0D0D"/>
                </a:solidFill>
                <a:effectLst/>
                <a:latin typeface="-apple-system-body"/>
              </a:rPr>
            </a:br>
            <a:endParaRPr lang="en-IN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DF928A36-FE9B-4B82-8876-25865B250F5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9562" y="377031"/>
            <a:ext cx="1057275" cy="1381125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353CA6A5-944E-CF44-E7E5-0B85085585E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63614" y="367507"/>
            <a:ext cx="1371600" cy="1390650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F6377BA-B0D5-D837-686F-9E1E1E039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1: Start from the initial (start) state.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2: Read the input one character at a time.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3: Move to the next state based on the input character.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4: Continue reading all the characters until the input ends.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5: If the final (accept) state is reached, the input is a valid token.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6: If no valid transition is available, the input is rejected.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7: Repeat the same process for the next token.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0987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827F0-CA92-0506-25E4-B97D38054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3567" y="365125"/>
            <a:ext cx="9224868" cy="1325563"/>
          </a:xfrm>
        </p:spPr>
        <p:txBody>
          <a:bodyPr/>
          <a:lstStyle/>
          <a:p>
            <a:pPr algn="ctr"/>
            <a:r>
              <a:rPr lang="en-IN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Token Recognition</a:t>
            </a:r>
            <a:br>
              <a:rPr lang="en-IN" b="1" i="0" dirty="0">
                <a:solidFill>
                  <a:srgbClr val="0D0D0D"/>
                </a:solidFill>
                <a:effectLst/>
                <a:latin typeface="-apple-system-body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C02D7-6FA1-18AA-163E-3D332FD48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Token recognition is the process of identifying meaningful parts of a program.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is the first step in the lexical analysis phase of a compiler.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compiler reads the source code one character at a time.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Similar characters are grouped together to form a token.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token is given a token type.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Finite State Automaton (FSA) is used to recognize tokens quickly and correctly.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33F70A2F-F1FE-EAD9-0E58-D56124B2E67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9562" y="377031"/>
            <a:ext cx="1057275" cy="1381125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ABD748AD-9C42-1D8C-40A0-51D457422D0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08434" y="332581"/>
            <a:ext cx="1371600" cy="139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990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C8A99-90B8-9933-8036-5F8974F53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4567" y="497729"/>
            <a:ext cx="8462866" cy="1325563"/>
          </a:xfrm>
        </p:spPr>
        <p:txBody>
          <a:bodyPr/>
          <a:lstStyle/>
          <a:p>
            <a:pPr algn="ctr"/>
            <a:r>
              <a:rPr lang="en-IN" b="1" spc="-1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DBA95-D0EC-55FE-4148-E19CF791A8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Finite State Automaton (FSA) is a model used to recognize patterns in text.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is mainly used in the lexical analysis phase of a compiler.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Token recognition means identifying words and symbols in a program.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FSA reads the input one character at a time.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the final state is reached, the input is accepted as a valid token.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recognizes tokens like keywords, identifiers, numbers, operators, and symbols.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FSA makes token recognition fast, simple, and accurate</a:t>
            </a:r>
          </a:p>
          <a:p>
            <a:endParaRPr lang="en-IN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CC81CE5A-B177-CBC2-EBF7-6F2C8C0AAE0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1975" y="200025"/>
            <a:ext cx="1057275" cy="1381125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03D8180E-97B6-BD20-199A-952402F7B82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25075" y="323850"/>
            <a:ext cx="1371600" cy="139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036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81C9C-24C9-9625-F7C7-55EF104CD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b="1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49451-F322-EB77-6944-7B23020722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the concept of Finite State Automaton (FSA).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recognize different tokens from the source code.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identify keywords, identifiers, numbers, operators, and separators.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design an FSA for token recognition.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improve the speed and accuracy of lexical analysis.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reduce errors while recognizing tokens.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how an FSA works in compiler design.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build a simple and efficient token recognition system.</a:t>
            </a:r>
          </a:p>
          <a:p>
            <a:endParaRPr lang="en-IN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6FFF9079-CACE-DE95-6586-075ECEBBFC3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9562" y="377031"/>
            <a:ext cx="1057275" cy="1381125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E7709043-64A0-32DD-8701-40B0E5F39C0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63614" y="367507"/>
            <a:ext cx="1371600" cy="139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222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4F70F-B9B8-A24D-C01E-183AB8E8B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PPROBLEM STATEMENT 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ECC7D-ACF5-3669-3D9E-22DA5149C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program contains many words and symbols.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compiler must identify each word and symbol correctly.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Finding tokens manually takes more time and may cause errors.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Invalid characters should be detected easily.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recognize tokens quickly and correctly.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 Finite State Automaton (FSA) is used to identify valid tokens.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main goal is to make token recognition fast, simple, and accurate.</a:t>
            </a:r>
          </a:p>
          <a:p>
            <a:endParaRPr lang="en-IN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53313163-6749-A8BD-401A-9EB7B2BC126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9562" y="377031"/>
            <a:ext cx="1057275" cy="1381125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F646594B-AAB4-7664-FA0F-06BC442976A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63614" y="367507"/>
            <a:ext cx="1371600" cy="139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0692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02140-AEEC-D9ED-FBD9-8167D008B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 FLOW </a:t>
            </a:r>
            <a:endParaRPr lang="en-IN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F7AE4181-87A9-22E1-FAF1-F61569061F9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9562" y="377031"/>
            <a:ext cx="1057275" cy="1381125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816053DC-39AF-8E05-8229-17F13E828B9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08434" y="332581"/>
            <a:ext cx="1371600" cy="1390650"/>
          </a:xfrm>
          <a:prstGeom prst="rect">
            <a:avLst/>
          </a:prstGeom>
        </p:spPr>
      </p:pic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801E4C76-7114-C5D5-8E9E-863DE315E3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6837" y="2141537"/>
            <a:ext cx="9577971" cy="4351338"/>
          </a:xfrm>
        </p:spPr>
      </p:pic>
    </p:spTree>
    <p:extLst>
      <p:ext uri="{BB962C8B-B14F-4D97-AF65-F5344CB8AC3E}">
        <p14:creationId xmlns:p14="http://schemas.microsoft.com/office/powerpoint/2010/main" val="2586302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021F8-2A7A-3769-2B45-C67A0C90F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r>
              <a:rPr lang="en-IN" b="0" i="0" dirty="0">
                <a:solidFill>
                  <a:srgbClr val="0D0D0D"/>
                </a:solidFill>
                <a:effectLst/>
                <a:latin typeface="-apple-system-body"/>
              </a:rPr>
              <a:t>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EA04E-53D4-46C1-9375-2322B12DB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300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Compiler Design – Recognizes tokens during lexical analysis.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00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Pattern Matching – Finds words or patterns in text.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00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Spell Checking – Detects valid and invalid words.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00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 Search – Used in search engines to find keywords.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00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Network Protocols – Controls communication between devices.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00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Digital Circuit Design – Used in sequential circuits and controllers.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00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Input Validation – Checks valid user input such as email IDs and phone numbers.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00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Software Development – Used in parsers, interpreters, and programming language tools.</a:t>
            </a:r>
          </a:p>
          <a:p>
            <a:endParaRPr lang="en-IN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93BAC331-0992-3375-67AE-71E8D4D0B88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9562" y="377031"/>
            <a:ext cx="1057275" cy="1381125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58169C7C-D468-E0C8-13B9-3F03B653D08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08434" y="332581"/>
            <a:ext cx="1371600" cy="139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14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FCC5C-B7F3-8632-2EC1-7CFA5AD9A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</a:t>
            </a:r>
            <a:endParaRPr lang="en-IN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BD953-EDE5-B139-EA2F-E1FE06075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the speed of token recognition.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 more programming languages.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Recognize complex tokens more accurately.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Handle larger source code efficiently.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 errors during lexical analysis.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 with modern compiler tools.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AI techniques for smarter token recognition.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faster and more efficient lexical </a:t>
            </a:r>
            <a:r>
              <a:rPr lang="en-IN" b="0" i="0" dirty="0" err="1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analyzers</a:t>
            </a: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1181DA46-C5E9-14DF-4494-4D59309AB51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9562" y="377031"/>
            <a:ext cx="1057275" cy="1381125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1BE47C73-B64E-463E-D8E3-9C0530DFD7C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08434" y="332581"/>
            <a:ext cx="1371600" cy="139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942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84F7C-7B1A-A35E-97AE-A620FF077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7D387-9EE5-A1AC-32AD-825E22D52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Finite State Automaton (FSA) is an efficient method for token recognition.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reads the source code one character at a time.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recognizes tokens such as keywords, identifiers, numbers, operators, and separators.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makes lexical analysis fast, simple, and accurate.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helps improve the overall performance of a compiler.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FSA is an important concept in compiler design and is widely used in lexical analyzers.</a:t>
            </a:r>
          </a:p>
          <a:p>
            <a:endParaRPr lang="en-IN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6ABCE707-42E0-4182-82FA-481DC1A32DD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9562" y="377031"/>
            <a:ext cx="1057275" cy="1381125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FD5176E7-27C2-D716-1F4D-2101AF69B1E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08434" y="332581"/>
            <a:ext cx="1371600" cy="139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5257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00ADA-1260-E7D0-FE50-B7B6B3491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8" name="Picture 4" descr="Thank You Stock Photos, Images and Backgrounds for Free Download">
            <a:extLst>
              <a:ext uri="{FF2B5EF4-FFF2-40B4-BE49-F238E27FC236}">
                <a16:creationId xmlns:a16="http://schemas.microsoft.com/office/drawing/2014/main" id="{C56C3FC0-578D-DDD2-4F47-277CF963E51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979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72229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682</Words>
  <Application>Microsoft Office PowerPoint</Application>
  <PresentationFormat>Widescreen</PresentationFormat>
  <Paragraphs>72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-apple-system-body</vt:lpstr>
      <vt:lpstr>Aptos</vt:lpstr>
      <vt:lpstr>Aptos Display</vt:lpstr>
      <vt:lpstr>Arial</vt:lpstr>
      <vt:lpstr>Times New Roman</vt:lpstr>
      <vt:lpstr>Office Theme</vt:lpstr>
      <vt:lpstr>DSA-0307 NATURAL LANGUAGE PROCESSING</vt:lpstr>
      <vt:lpstr>Finite State Automaton (FSA) </vt:lpstr>
      <vt:lpstr>Token Recognition </vt:lpstr>
      <vt:lpstr>Introduction</vt:lpstr>
      <vt:lpstr>OBJECTIVES</vt:lpstr>
      <vt:lpstr>PPROBLEM STATEMENT </vt:lpstr>
      <vt:lpstr>WORK FLOW </vt:lpstr>
      <vt:lpstr>APPLICATIONS </vt:lpstr>
      <vt:lpstr>FUTURE SCOPE 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kokamounith@gmail.com</dc:creator>
  <cp:lastModifiedBy>kokamounith@gmail.com</cp:lastModifiedBy>
  <cp:revision>1</cp:revision>
  <dcterms:created xsi:type="dcterms:W3CDTF">2026-07-23T04:20:04Z</dcterms:created>
  <dcterms:modified xsi:type="dcterms:W3CDTF">2026-07-23T04:34:18Z</dcterms:modified>
</cp:coreProperties>
</file>